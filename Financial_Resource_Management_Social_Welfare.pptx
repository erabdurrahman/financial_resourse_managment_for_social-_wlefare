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218895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💰 Financial Resource Management
for Social Welfare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8F7"/>
                </a:solidFill>
              </a:rPr>
              <a:t>A Full-Stack Web Application for Transparent Donation Tracking,
Priority-Based Fund Allocation &amp; Beneficiary Assistance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CCEE"/>
                </a:solidFill>
              </a:rPr>
              <a:t>Node.js  •  Express  •  MySQL  •  JWT  •  HTML5 / CSS3 / JavaScript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AACC"/>
                </a:solidFill>
              </a:rPr>
              <a:t>Presented by: Abdul Rahman   | 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📋  Presentation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" cy="6400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1188720"/>
            <a:ext cx="5212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26187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B4A"/>
                </a:solidFill>
              </a:rPr>
              <a:t>Project Overview &amp; Problem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57400"/>
            <a:ext cx="548640" cy="6400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2057400"/>
            <a:ext cx="5212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13055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B4A"/>
                </a:solidFill>
              </a:rPr>
              <a:t>System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548640" cy="6400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2926080"/>
            <a:ext cx="5212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99923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B4A"/>
                </a:solidFill>
              </a:rPr>
              <a:t>User Roles &amp; Features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94759"/>
            <a:ext cx="548640" cy="6400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94759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3794759"/>
            <a:ext cx="5212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867911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B4A"/>
                </a:solidFill>
              </a:rPr>
              <a:t>Technology Stack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63440"/>
            <a:ext cx="548640" cy="6400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6634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" y="4663440"/>
            <a:ext cx="5212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73659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B4A"/>
                </a:solidFill>
              </a:rPr>
              <a:t>Database Design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532120"/>
            <a:ext cx="548640" cy="6400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53212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560" y="5532120"/>
            <a:ext cx="5212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60527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B4A"/>
                </a:solidFill>
              </a:rPr>
              <a:t>Priority Scoring Algorithm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1188720"/>
            <a:ext cx="548640" cy="6400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18872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600" y="1188720"/>
            <a:ext cx="5212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0" y="126187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B4A"/>
                </a:solidFill>
              </a:rPr>
              <a:t>Security Implementation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2057400"/>
            <a:ext cx="548640" cy="6400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205740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86600" y="2057400"/>
            <a:ext cx="5212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0" y="213055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B4A"/>
                </a:solidFill>
              </a:rPr>
              <a:t>API Endpoints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2926080"/>
            <a:ext cx="548640" cy="6400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292608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86600" y="2926080"/>
            <a:ext cx="5212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0" y="299923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B4A"/>
                </a:solidFill>
              </a:rPr>
              <a:t>System Flow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3794759"/>
            <a:ext cx="548640" cy="6400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3794759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86600" y="3794759"/>
            <a:ext cx="5212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0" y="3867911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B4A"/>
                </a:solidFill>
              </a:rPr>
              <a:t>Demo &amp; Screenshots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4663440"/>
            <a:ext cx="548640" cy="6400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46634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86600" y="4663440"/>
            <a:ext cx="5212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0" y="473659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B4A"/>
                </a:solidFill>
              </a:rPr>
              <a:t>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🎯  Problem Statement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577840" cy="2286000"/>
          </a:xfrm>
          <a:prstGeom prst="rect">
            <a:avLst/>
          </a:prstGeom>
          <a:solidFill>
            <a:srgbClr val="FDEDED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</a:rPr>
              <a:t>❌  Manual &amp; Opaque Processes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B4A"/>
                </a:solidFill>
              </a:rPr>
              <a:t>Traditional welfare fund management relies on paper-based systems with no audit trail, leading to misuse of funds and lack of accountability.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188720"/>
            <a:ext cx="5577840" cy="2286000"/>
          </a:xfrm>
          <a:prstGeom prst="rect">
            <a:avLst/>
          </a:prstGeom>
          <a:solidFill>
            <a:srgbClr val="FDEDED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</a:rPr>
              <a:t>❌  No Priority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B4A"/>
                </a:solidFill>
              </a:rPr>
              <a:t>Donations are distributed without a structured priority system — the most needy beneficiaries are not always served first.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49039"/>
            <a:ext cx="5577840" cy="2286000"/>
          </a:xfrm>
          <a:prstGeom prst="rect">
            <a:avLst/>
          </a:prstGeom>
          <a:solidFill>
            <a:srgbClr val="FDEDED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8404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</a:rPr>
              <a:t>❌  Donor Disconnect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4340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B4A"/>
                </a:solidFill>
              </a:rPr>
              <a:t>Donors have no visibility into how their money is used, reducing trust and future donation likelihood.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749039"/>
            <a:ext cx="5577840" cy="2286000"/>
          </a:xfrm>
          <a:prstGeom prst="rect">
            <a:avLst/>
          </a:prstGeom>
          <a:solidFill>
            <a:srgbClr val="E8F8E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8404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AE60"/>
                </a:solidFill>
              </a:rPr>
              <a:t>✅  Our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34340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B4A"/>
                </a:solidFill>
              </a:rPr>
              <a:t>A transparent, role-based web platform where every rupee is tracked, every application is scored by urgency, and every stakeholder has a personalised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🏗️ 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1143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FRONTEND
(Browser)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280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HTML5 · CSS3 · Vanilla JS
Admin / Donor / Beneficiary Dashboards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23317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▼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11247120" cy="1143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API LAYER
(Express.js)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60604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JWT Auth Middleware · Rate Limiter
RESTful Routes · Multer File 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6576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1247120" cy="1143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931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BUSINESS LOGIC
(Controllers)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9319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Auth · Donation · Application
Admin · Priority Scoring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498348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166359"/>
            <a:ext cx="11247120" cy="1143000"/>
          </a:xfrm>
          <a:prstGeom prst="rect">
            <a:avLst/>
          </a:prstGeom>
          <a:solidFill>
            <a:srgbClr val="6C3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257799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DATA LAYER
(MySQL 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5257799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users · donations · applications · transactions
Connection Pool (10 connections)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👥  User Roles &amp;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657600" cy="5029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🛡️  Admin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3657600" cy="4846320"/>
          </a:xfrm>
          <a:prstGeom prst="rect">
            <a:avLst/>
          </a:prstGeom>
          <a:solidFill>
            <a:srgbClr val="F2F4F8"/>
          </a:solidFill>
          <a:ln w="1270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• View real-time dashboard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4203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• Review all beneficiary 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00984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• Approve / Reject fund requests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59935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• Allocate funds (auto checks availability)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1888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• Monitor all donations &amp;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5778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• View transaction history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188720"/>
            <a:ext cx="365760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1887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💳  Donor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691640"/>
            <a:ext cx="3657600" cy="4846320"/>
          </a:xfrm>
          <a:prstGeom prst="rect">
            <a:avLst/>
          </a:prstGeom>
          <a:solidFill>
            <a:srgbClr val="F2F4F8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78308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• Register &amp; log in securely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54203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• Submit donations with a message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300984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• View personal donation 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059935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• See total fund pool balance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81888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• Track how donations are used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188720"/>
            <a:ext cx="365760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1887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🙏  Beneficiary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691640"/>
            <a:ext cx="3657600" cy="4846320"/>
          </a:xfrm>
          <a:prstGeom prst="rect">
            <a:avLst/>
          </a:prstGeom>
          <a:solidFill>
            <a:srgbClr val="F2F4F8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78308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• Submit financial assistance application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54203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• Upload supporting documents (PDF/Image)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300984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• Automatic priority score calculation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059935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• Track application status in real-time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81888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• View allocated amount &amp; remarks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⚙️ 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3657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657600" cy="4114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Node.js ≥16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JavaScript runtime
Non-blocking I/O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143000"/>
            <a:ext cx="3657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143000"/>
            <a:ext cx="3657600" cy="4114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1430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Express.js ^4.18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6002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Web framework
Routing &amp; Middleware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143000"/>
            <a:ext cx="3657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143000"/>
            <a:ext cx="36576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1430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MySQL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6002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Relational DB
Foreign keys, transactions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26080"/>
            <a:ext cx="3657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926080"/>
            <a:ext cx="36576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9260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bcryptjs ^2.4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38328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Password hashing
One-way, salted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2926080"/>
            <a:ext cx="3657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2926080"/>
            <a:ext cx="36576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29260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jsonwebtoken ^9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38328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JWT Auth
Stateless sessions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926080"/>
            <a:ext cx="3657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2926080"/>
            <a:ext cx="36576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29260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multer ^2.1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38328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File uploads
PDF / Image handling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709160"/>
            <a:ext cx="3657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709160"/>
            <a:ext cx="3657600" cy="411480"/>
          </a:xfrm>
          <a:prstGeom prst="rect">
            <a:avLst/>
          </a:prstGeom>
          <a:solidFill>
            <a:srgbClr val="6C3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709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express-rate-limit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1663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Brute-force protection
20 req/15min on auth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4709160"/>
            <a:ext cx="3657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4709160"/>
            <a:ext cx="3657600" cy="411480"/>
          </a:xfrm>
          <a:prstGeom prst="rect">
            <a:avLst/>
          </a:prstGeom>
          <a:solidFill>
            <a:srgbClr val="6C3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4709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dotenv ^16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1663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Env variable loading
Secrets out of code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4709160"/>
            <a:ext cx="3657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4709160"/>
            <a:ext cx="365760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4709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HTML5/CSS3/JS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1663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No framework needed
Zero bundle size overhead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🗄️  Database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2651760" cy="4572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2651760" cy="4937760"/>
          </a:xfrm>
          <a:prstGeom prst="rect">
            <a:avLst/>
          </a:prstGeom>
          <a:solidFill>
            <a:srgbClr val="F2F4F8"/>
          </a:solidFill>
          <a:ln w="1270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id  (PK)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name, 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461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password (bcrypt)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role: admin/donor/beneficiary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006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created_at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143000"/>
            <a:ext cx="265176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1430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donations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600200"/>
            <a:ext cx="2651760" cy="4937760"/>
          </a:xfrm>
          <a:prstGeom prst="rect">
            <a:avLst/>
          </a:prstGeom>
          <a:solidFill>
            <a:srgbClr val="F2F4F8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6916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id  (PK)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4688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donor_id → users.id  (FK)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2461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amount, message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0233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created_at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143000"/>
            <a:ext cx="265176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1430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applications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600200"/>
            <a:ext cx="2651760" cy="4937760"/>
          </a:xfrm>
          <a:prstGeom prst="rect">
            <a:avLst/>
          </a:prstGeom>
          <a:solidFill>
            <a:srgbClr val="F2F4F8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916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id  (PK)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4688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beneficiary_id → users.id (FK)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2461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income, family_members, urgency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0233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priority_score (0-100)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8006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status: pending/approved/rejected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5778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amount_allocated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1143000"/>
            <a:ext cx="2651760" cy="457200"/>
          </a:xfrm>
          <a:prstGeom prst="rect">
            <a:avLst/>
          </a:prstGeom>
          <a:solidFill>
            <a:srgbClr val="6C3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11430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transactions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1600200"/>
            <a:ext cx="2651760" cy="4937760"/>
          </a:xfrm>
          <a:prstGeom prst="rect">
            <a:avLst/>
          </a:prstGeom>
          <a:solidFill>
            <a:srgbClr val="F2F4F8"/>
          </a:solidFill>
          <a:ln w="12700">
            <a:solidFill>
              <a:srgbClr val="6C3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16916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id  (PK)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24688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application_id → apps.id (FK)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32461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beneficiary_id → users.id (FK)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40233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amount, type='allocation'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8006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created_at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B4A"/>
                </a:solidFill>
              </a:rPr>
              <a:t>Available Funds  =  Σ donations.amount  −  Σ transactions.amount  (type='allocation')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📊  Priority Scoring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200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7E22"/>
                </a:solidFill>
              </a:rPr>
              <a:t>Urgency 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Max: 40 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39" y="1371600"/>
            <a:ext cx="7772400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141732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Critical=40 · High=30 · Medium=20 · Low=10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68880"/>
            <a:ext cx="3200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6CA8"/>
                </a:solidFill>
              </a:rPr>
              <a:t>Monthly Income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718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Max: 30 pts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2651760"/>
            <a:ext cx="5829300" cy="59436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2697480"/>
            <a:ext cx="56464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&lt;5,000=30 · 5k-15k=20 · 15k-30k=10 · &gt;30k=5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49039"/>
            <a:ext cx="3200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84047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AE60"/>
                </a:solidFill>
              </a:rPr>
              <a:t>Family Members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5195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Max: 20 pts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3931920"/>
            <a:ext cx="388620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3977639"/>
            <a:ext cx="3703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&gt;6=20 · 4-6=15 · 2-3=10 · 1=5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29199"/>
            <a:ext cx="3200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12063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C358A"/>
                </a:solidFill>
              </a:rPr>
              <a:t>Employment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53211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Max: 10 pts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39" y="5212079"/>
            <a:ext cx="1943100" cy="594360"/>
          </a:xfrm>
          <a:prstGeom prst="rect">
            <a:avLst/>
          </a:prstGeom>
          <a:solidFill>
            <a:srgbClr val="6C3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5257799"/>
            <a:ext cx="17602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Unemployed=10 · Part-time=7 · Self=5 · Emp=2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Total Score = Urgency (40) + Income (30) + Family (20) + Employment (10)  →  Max: 100 pts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1188720"/>
            <a:ext cx="32004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12344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6CA8"/>
                </a:solidFill>
              </a:rPr>
              <a:t>Priority Levels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1737360"/>
            <a:ext cx="292608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🟥 High  (Score ≥ 70)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2834639"/>
            <a:ext cx="292608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0" y="28346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🟧 Medium  (40–69)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78240" y="3931920"/>
            <a:ext cx="292608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🟩 Low  (Score &lt; 40)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🔐  Security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577840" cy="1600200"/>
          </a:xfrm>
          <a:prstGeom prst="rect">
            <a:avLst/>
          </a:prstGeom>
          <a:solidFill>
            <a:srgbClr val="F2F4F8"/>
          </a:solidFill>
          <a:ln w="1270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6CA8"/>
                </a:solidFill>
              </a:rPr>
              <a:t>🔑  JWT 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Stateless JSON Web Tokens signed with a secret. Tokens expire after 24 hours. Each API request must carry a valid Bearer token in the Authorization header.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097280"/>
            <a:ext cx="5577840" cy="1600200"/>
          </a:xfrm>
          <a:prstGeom prst="rect">
            <a:avLst/>
          </a:prstGeom>
          <a:solidFill>
            <a:srgbClr val="F2F4F8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17043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AE60"/>
                </a:solidFill>
              </a:rPr>
              <a:t>🛡️  Role-Based Access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Middleware inspects the decoded token role. Donors cannot access admin endpoints; beneficiaries cannot access donation APIs. Mismatched roles get HTTP 403.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26080"/>
            <a:ext cx="5577840" cy="1600200"/>
          </a:xfrm>
          <a:prstGeom prst="rect">
            <a:avLst/>
          </a:prstGeom>
          <a:solidFill>
            <a:srgbClr val="F2F4F8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99923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7E22"/>
                </a:solidFill>
              </a:rPr>
              <a:t>🔒  bcrypt Password Hashing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2900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Passwords are hashed with bcrypt (salt rounds=10) before storage. Even if the DB is leaked, raw passwords cannot be recovered — hashing is one-way.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926080"/>
            <a:ext cx="5577840" cy="1600200"/>
          </a:xfrm>
          <a:prstGeom prst="rect">
            <a:avLst/>
          </a:prstGeom>
          <a:solidFill>
            <a:srgbClr val="F2F4F8"/>
          </a:solidFill>
          <a:ln w="12700">
            <a:solidFill>
              <a:srgbClr val="6C3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99923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C358A"/>
                </a:solidFill>
              </a:rPr>
              <a:t>🚦  Rate Limiting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42900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express-rate-limit throttles auth endpoints to 20 requests per 15 minutes per IP address, blocking brute-force credential stuffing attacks.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754880"/>
            <a:ext cx="5577840" cy="1600200"/>
          </a:xfrm>
          <a:prstGeom prst="rect">
            <a:avLst/>
          </a:prstGeom>
          <a:solidFill>
            <a:srgbClr val="F2F4F8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82803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💉  SQL Injection Prevention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5780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All queries use parameterised statements with `?` placeholders via mysql2. User-controlled input is never concatenated directly into SQL strings.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754880"/>
            <a:ext cx="5577840" cy="1600200"/>
          </a:xfrm>
          <a:prstGeom prst="rect">
            <a:avLst/>
          </a:prstGeom>
          <a:solidFill>
            <a:srgbClr val="F2F4F8"/>
          </a:solidFill>
          <a:ln w="12700">
            <a:solidFill>
              <a:srgbClr val="167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82803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7A6B"/>
                </a:solidFill>
              </a:rPr>
              <a:t>📂  Safe File Uploads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25780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multer validates MIME type (PDF/JPEG/PNG/GIF) and enforces a 5 MB size limit. Files are stored server-side and served via a static route, not executed.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🌐  Key API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051560" cy="38404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1051560"/>
            <a:ext cx="4069080" cy="38404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051560"/>
            <a:ext cx="4069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Endpoint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7840" y="1051560"/>
            <a:ext cx="1417320" cy="38404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5156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1051560"/>
            <a:ext cx="5074920" cy="38404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1051560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463040"/>
            <a:ext cx="1051560" cy="438912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463040"/>
            <a:ext cx="1051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17320" y="1463040"/>
            <a:ext cx="4069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1463040"/>
            <a:ext cx="3977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/api/auth/register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1463040"/>
            <a:ext cx="1417320" cy="43891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1463040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B4A"/>
                </a:solidFill>
              </a:rPr>
              <a:t>PUBLIC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1463040"/>
            <a:ext cx="50749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1463040"/>
            <a:ext cx="4983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Register new user (admin/donor/beneficiary)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938528"/>
            <a:ext cx="1051560" cy="438912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1938528"/>
            <a:ext cx="1051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17320" y="1938528"/>
            <a:ext cx="4069080" cy="438912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1938528"/>
            <a:ext cx="3977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/api/auth/login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0" y="1938528"/>
            <a:ext cx="1417320" cy="43891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0" y="1938528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B4A"/>
                </a:solidFill>
              </a:rPr>
              <a:t>PUBLIC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03720" y="1938528"/>
            <a:ext cx="5074920" cy="438912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1938528"/>
            <a:ext cx="4983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Login → returns JWT token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414016"/>
            <a:ext cx="1051560" cy="438912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2414016"/>
            <a:ext cx="1051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17320" y="2414016"/>
            <a:ext cx="4069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3040" y="2414016"/>
            <a:ext cx="3977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/api/donations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0" y="2414016"/>
            <a:ext cx="141732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0" y="2414016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DONOR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03720" y="2414016"/>
            <a:ext cx="50749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2414016"/>
            <a:ext cx="4983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Submit a new donation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889504"/>
            <a:ext cx="105156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2889504"/>
            <a:ext cx="1051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17320" y="2889504"/>
            <a:ext cx="4069080" cy="438912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63040" y="2889504"/>
            <a:ext cx="3977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/api/donations/my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0" y="2889504"/>
            <a:ext cx="141732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0" y="2889504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DONOR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03720" y="2889504"/>
            <a:ext cx="5074920" cy="438912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0" y="2889504"/>
            <a:ext cx="4983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Get my donation history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3364992"/>
            <a:ext cx="105156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364992"/>
            <a:ext cx="1051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17320" y="3364992"/>
            <a:ext cx="4069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63040" y="3364992"/>
            <a:ext cx="3977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/api/donations/total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0" y="3364992"/>
            <a:ext cx="141732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3364992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DONOR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03720" y="3364992"/>
            <a:ext cx="50749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3364992"/>
            <a:ext cx="4983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Get total fund pool balance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3840480"/>
            <a:ext cx="1051560" cy="438912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3840480"/>
            <a:ext cx="1051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417320" y="3840480"/>
            <a:ext cx="4069080" cy="438912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63040" y="3840480"/>
            <a:ext cx="3977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/api/applications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0" y="3840480"/>
            <a:ext cx="1417320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0" y="3840480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BENEFICIARY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03720" y="3840480"/>
            <a:ext cx="5074920" cy="438912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49440" y="3840480"/>
            <a:ext cx="4983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Submit assistance application + documents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4315968"/>
            <a:ext cx="105156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4315968"/>
            <a:ext cx="1051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417320" y="4315968"/>
            <a:ext cx="4069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463040" y="4315968"/>
            <a:ext cx="3977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/api/applications/my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0" y="4315968"/>
            <a:ext cx="1417320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0" y="4315968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BENEFICIARY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903720" y="4315968"/>
            <a:ext cx="50749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49440" y="4315968"/>
            <a:ext cx="4983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View my applications &amp; status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4791456"/>
            <a:ext cx="105156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4791456"/>
            <a:ext cx="1051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417320" y="4791456"/>
            <a:ext cx="4069080" cy="438912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63040" y="4791456"/>
            <a:ext cx="3977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/api/admin/stats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0" y="4791456"/>
            <a:ext cx="1417320" cy="438912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86400" y="4791456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903720" y="4791456"/>
            <a:ext cx="5074920" cy="438912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49440" y="4791456"/>
            <a:ext cx="4983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Dashboard statistics (totals, pending count)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5266944"/>
            <a:ext cx="105156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5760" y="5266944"/>
            <a:ext cx="1051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417320" y="5266944"/>
            <a:ext cx="4069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463040" y="5266944"/>
            <a:ext cx="3977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/api/admin/applications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400" y="5266944"/>
            <a:ext cx="1417320" cy="438912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0" y="5266944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903720" y="5266944"/>
            <a:ext cx="50749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949440" y="5266944"/>
            <a:ext cx="4983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List all applications with priority scores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5760" y="5742431"/>
            <a:ext cx="1051560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65760" y="5742431"/>
            <a:ext cx="1051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PUT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417320" y="5742431"/>
            <a:ext cx="4069080" cy="438912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463040" y="5742431"/>
            <a:ext cx="3977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/api/admin/applications/:id/approve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486400" y="5742431"/>
            <a:ext cx="1417320" cy="438912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486400" y="5742431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903720" y="5742431"/>
            <a:ext cx="5074920" cy="438912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949440" y="5742431"/>
            <a:ext cx="4983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Approve application &amp; allocate funds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65760" y="6217920"/>
            <a:ext cx="1051560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65760" y="6217920"/>
            <a:ext cx="1051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PUT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417320" y="6217920"/>
            <a:ext cx="4069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463040" y="6217920"/>
            <a:ext cx="3977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/api/admin/applications/:id/reject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486400" y="6217920"/>
            <a:ext cx="1417320" cy="438912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486400" y="6217920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903720" y="6217920"/>
            <a:ext cx="50749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949440" y="6217920"/>
            <a:ext cx="4983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Reject application with reason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🔄  End-to-End System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508760" cy="10972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
User
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331720"/>
            <a:ext cx="1508760" cy="1737360"/>
          </a:xfrm>
          <a:prstGeom prst="rect">
            <a:avLst/>
          </a:prstGeom>
          <a:solidFill>
            <a:srgbClr val="F2F4F8"/>
          </a:solidFill>
          <a:ln w="1270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423160"/>
            <a:ext cx="141731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Browser sends HTTP
request with JWT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002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B6CA8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1188720"/>
            <a:ext cx="1508760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118872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
Rate
Limiter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5960" y="2331720"/>
            <a:ext cx="1508760" cy="1737360"/>
          </a:xfrm>
          <a:prstGeom prst="rect">
            <a:avLst/>
          </a:prstGeom>
          <a:solidFill>
            <a:srgbClr val="F2F4F8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79" y="2423160"/>
            <a:ext cx="141731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Checks req/min per IP.
Blocks if exceeded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6002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B6CA8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1188720"/>
            <a:ext cx="1508760" cy="1097280"/>
          </a:xfrm>
          <a:prstGeom prst="rect">
            <a:avLst/>
          </a:prstGeom>
          <a:solidFill>
            <a:srgbClr val="6C3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18872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
Auth
Middleware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2331720"/>
            <a:ext cx="1508760" cy="1737360"/>
          </a:xfrm>
          <a:prstGeom prst="rect">
            <a:avLst/>
          </a:prstGeom>
          <a:solidFill>
            <a:srgbClr val="F2F4F8"/>
          </a:solidFill>
          <a:ln w="12700">
            <a:solidFill>
              <a:srgbClr val="6C3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423160"/>
            <a:ext cx="141731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Verifies JWT.
Checks role permission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16002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B6CA8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49240" y="1188720"/>
            <a:ext cx="1508760" cy="10972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9240" y="118872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
Router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2331720"/>
            <a:ext cx="1508760" cy="1737360"/>
          </a:xfrm>
          <a:prstGeom prst="rect">
            <a:avLst/>
          </a:prstGeom>
          <a:solidFill>
            <a:srgbClr val="F2F4F8"/>
          </a:solidFill>
          <a:ln w="1270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2423160"/>
            <a:ext cx="141731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Matches URL to
correct controller fn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6002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B6CA8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1188720"/>
            <a:ext cx="150876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118872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
Controller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2331720"/>
            <a:ext cx="1508760" cy="1737360"/>
          </a:xfrm>
          <a:prstGeom prst="rect">
            <a:avLst/>
          </a:prstGeom>
          <a:solidFill>
            <a:srgbClr val="F2F4F8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2423160"/>
            <a:ext cx="141731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Runs business logic,
queries DB via pool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16002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B6CA8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32520" y="1188720"/>
            <a:ext cx="1508760" cy="1097280"/>
          </a:xfrm>
          <a:prstGeom prst="rect">
            <a:avLst/>
          </a:prstGeom>
          <a:solidFill>
            <a:srgbClr val="16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32520" y="118872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
MySQL
Pool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32520" y="2331720"/>
            <a:ext cx="1508760" cy="1737360"/>
          </a:xfrm>
          <a:prstGeom prst="rect">
            <a:avLst/>
          </a:prstGeom>
          <a:solidFill>
            <a:srgbClr val="F2F4F8"/>
          </a:solidFill>
          <a:ln w="12700">
            <a:solidFill>
              <a:srgbClr val="167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0" y="2423160"/>
            <a:ext cx="141731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Executes parameterised
SQL, returns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16002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B6CA8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24160" y="1188720"/>
            <a:ext cx="150876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24160" y="118872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
JSON
Response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424160" y="2331720"/>
            <a:ext cx="1508760" cy="1737360"/>
          </a:xfrm>
          <a:prstGeom prst="rect">
            <a:avLst/>
          </a:prstGeom>
          <a:solidFill>
            <a:srgbClr val="F2F4F8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69880" y="2423160"/>
            <a:ext cx="141731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Controller formats
result → res.json()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343400"/>
            <a:ext cx="11430000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3434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💡 Example — Donor submits donation: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754880"/>
            <a:ext cx="1828800" cy="4572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754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POST /api/donations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0" y="4754880"/>
            <a:ext cx="18288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86000" y="4754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→ Rate limit OK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4754880"/>
            <a:ext cx="1828800" cy="4572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06240" y="4754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→ JWT verified (role=donor)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4754880"/>
            <a:ext cx="18288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4754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→ donationController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46720" y="4754880"/>
            <a:ext cx="1828800" cy="4572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20" y="4754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→ INSERT into donations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66960" y="4754880"/>
            <a:ext cx="18288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66960" y="4754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→ 201 Created + new balance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440680"/>
            <a:ext cx="11430000" cy="12344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B4A"/>
                </a:solidFill>
              </a:rPr>
              <a:t>🔗 Connection Pool — How it keeps the server fast: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89788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Pool keeps 10 connections open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589788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Requests borrow a connection (no open/close overhead)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28192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Transactions use getConnection() to keep same connection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628192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connection.release() returns it to pool when done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📁  Project Folder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financial_resourse_managment/
│
├── database/
│   └── schema.sql          ← Tables + seed data
│
├── backend/
│   ├── server.js            ← Entry point
│   ├── package.json         ← Dependencies
│   ├── config/db.js         ← MySQL connection pool
│   ├── middleware/auth.js   ← JWT + RBAC guard
│   ├── routes/
│   │   ├── auth.js          ← /api/auth/*
│   │   ├── donations.js     ← /api/donations/*
│   │   ├── applications.js  ← /api/applications/*
│   │   └── admin.js         ← /api/admin/*
│   └── controllers/
│       ├── authController.js
│       ├── donationController.js
│       ├── applicationController.js
│       └── adminController.js
│
├── frontend/
│   ├── index.html / login.html
│   ├── admin.html / donor.html / beneficiary.html
│   ├── css/style.css
│   └── js/auth.js / admin.js / donor.js / beneficiary.js
│
└── docs/
    ├── er-diagram.md / .png
    └── flow-diagram.md / .png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🚀  Quick Start Guide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577840" cy="1554480"/>
          </a:xfrm>
          <a:prstGeom prst="rect">
            <a:avLst/>
          </a:prstGeom>
          <a:solidFill>
            <a:srgbClr val="F2F4F8"/>
          </a:solidFill>
          <a:ln w="1270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097280" cy="15544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280160"/>
            <a:ext cx="4343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6CA8"/>
                </a:solidFill>
              </a:rPr>
              <a:t>Clone the repository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1828800"/>
            <a:ext cx="43434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874519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git clone &lt;repo-url&gt;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577840" cy="1554480"/>
          </a:xfrm>
          <a:prstGeom prst="rect">
            <a:avLst/>
          </a:prstGeom>
          <a:solidFill>
            <a:srgbClr val="F2F4F8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1097280" cy="1554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6459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1280160"/>
            <a:ext cx="4343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Install backend dependencies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43434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1874519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cd backend &amp;&amp; npm install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26080"/>
            <a:ext cx="5577840" cy="1554480"/>
          </a:xfrm>
          <a:prstGeom prst="rect">
            <a:avLst/>
          </a:prstGeom>
          <a:solidFill>
            <a:srgbClr val="F2F4F8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926080"/>
            <a:ext cx="1097280" cy="1554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38328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017520"/>
            <a:ext cx="4343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</a:rPr>
              <a:t>Configure environment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08760" y="3566160"/>
            <a:ext cx="43434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200" y="3611880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cp .env.example .env  →  fill DB creds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926080"/>
            <a:ext cx="5577840" cy="1554480"/>
          </a:xfrm>
          <a:prstGeom prst="rect">
            <a:avLst/>
          </a:prstGeom>
          <a:solidFill>
            <a:srgbClr val="F2F4F8"/>
          </a:solidFill>
          <a:ln w="12700">
            <a:solidFill>
              <a:srgbClr val="6C3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926080"/>
            <a:ext cx="1097280" cy="1554480"/>
          </a:xfrm>
          <a:prstGeom prst="rect">
            <a:avLst/>
          </a:prstGeom>
          <a:solidFill>
            <a:srgbClr val="6C3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38328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3017520"/>
            <a:ext cx="4343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358A"/>
                </a:solidFill>
              </a:rPr>
              <a:t>Set up the database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2360" y="3566160"/>
            <a:ext cx="43434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3611880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mysql -u root &lt; database/schema.sql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663440"/>
            <a:ext cx="5577840" cy="1554480"/>
          </a:xfrm>
          <a:prstGeom prst="rect">
            <a:avLst/>
          </a:prstGeom>
          <a:solidFill>
            <a:srgbClr val="F2F4F8"/>
          </a:solidFill>
          <a:ln w="12700">
            <a:solidFill>
              <a:srgbClr val="167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663440"/>
            <a:ext cx="1097280" cy="1554480"/>
          </a:xfrm>
          <a:prstGeom prst="rect">
            <a:avLst/>
          </a:prstGeom>
          <a:solidFill>
            <a:srgbClr val="16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12064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754879"/>
            <a:ext cx="4343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7A6B"/>
                </a:solidFill>
              </a:rPr>
              <a:t>Seed demo data (optional)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08760" y="5303520"/>
            <a:ext cx="43434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00200" y="5349240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node init.js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663440"/>
            <a:ext cx="5577840" cy="1554480"/>
          </a:xfrm>
          <a:prstGeom prst="rect">
            <a:avLst/>
          </a:prstGeom>
          <a:solidFill>
            <a:srgbClr val="F2F4F8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4663440"/>
            <a:ext cx="1097280" cy="1554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512064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4754879"/>
            <a:ext cx="4343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Start the server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52360" y="5303520"/>
            <a:ext cx="43434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43800" y="5349240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npm run dev   (listens on port 3000)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6400800"/>
            <a:ext cx="11430000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4008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Demo Credentials:  admin@welfare.org / admin123  ·  donor@example.com / donor123  ·  ben@example.com / ben123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✅  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557784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 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051560"/>
            <a:ext cx="557784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0515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  Future Enhancements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5577840" cy="621792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81912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✅ Transparent fund tracking with full audit trail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258568"/>
            <a:ext cx="5577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860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✅ Automated priority scoring (0–100 points)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62656"/>
            <a:ext cx="5577840" cy="621792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990088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✅ Role-based access (Admin / Donor / Beneficiary)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66744"/>
            <a:ext cx="5577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694176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✅ JWT stateless authentication + rate limiting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370832"/>
            <a:ext cx="5577840" cy="621792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398264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✅ SQL injection prevention via parameterised queries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074920"/>
            <a:ext cx="5577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5102352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✅ File upload with type &amp; size validation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779008"/>
            <a:ext cx="5577840" cy="621792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806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✅ Real-time dashboard with live statistics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554480"/>
            <a:ext cx="5577840" cy="621792"/>
          </a:xfrm>
          <a:prstGeom prst="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581912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🔮 Email/SMS notifications on status change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258568"/>
            <a:ext cx="5577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2860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🔮 Analytics dashboard (charts, trends)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962656"/>
            <a:ext cx="5577840" cy="621792"/>
          </a:xfrm>
          <a:prstGeom prst="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990088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🔮 Recurring donation (subscription model)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666744"/>
            <a:ext cx="5577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94176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🔮 Mobile-responsive PWA frontend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370832"/>
            <a:ext cx="5577840" cy="621792"/>
          </a:xfrm>
          <a:prstGeom prst="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398264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🔮 Multi-language / RTL support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5074920"/>
            <a:ext cx="5577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102352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🔮 Donor tax receipt generation (PDF)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5779008"/>
            <a:ext cx="5577840" cy="621792"/>
          </a:xfrm>
          <a:prstGeom prst="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5806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🔮 Third-party payment gateway integration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Thank you!  |  Questions Welcome  |  Financial Resource Management for Social Welfare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